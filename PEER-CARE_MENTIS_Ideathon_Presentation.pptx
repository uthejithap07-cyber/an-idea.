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  <p:sldId id="297" r:id="rId1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95885"/>
            <a:ext cx="11691620" cy="1123315"/>
          </a:xfrm>
        </p:spPr>
        <p:txBody>
          <a:bodyPr/>
          <a:lstStyle/>
          <a:p>
            <a:r>
              <a:t>PEER-CARE</a:t>
            </a:r>
          </a:p>
          <a:p>
            <a:r>
              <a:t>Peer-Led Mental Health &amp; Digital Balance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295" y="1315085"/>
            <a:ext cx="7583805" cy="5020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t>Problem Statement ID: MENTIS 2026</a:t>
            </a:r>
          </a:p>
          <a:p>
            <a:r>
              <a:t>Theme: Youth Mental Health &amp; Digital Wellbeing</a:t>
            </a:r>
          </a:p>
          <a:p>
            <a:r>
              <a:t>Category: Software + Social Innovation</a:t>
            </a:r>
          </a:p>
          <a:p>
            <a:r>
              <a:t>Team Name: __________</a:t>
            </a:r>
          </a:p>
        </p:txBody>
      </p:sp>
      <p:pic>
        <p:nvPicPr>
          <p:cNvPr id="2" name="Picture 1" descr="tgic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0430" y="347345"/>
            <a:ext cx="1833245" cy="607060"/>
          </a:xfrm>
          <a:prstGeom prst="rect">
            <a:avLst/>
          </a:prstGeom>
        </p:spPr>
      </p:pic>
      <p:pic>
        <p:nvPicPr>
          <p:cNvPr id="3" name="Picture 2" descr="viba-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675" y="347345"/>
            <a:ext cx="1645285" cy="619760"/>
          </a:xfrm>
          <a:prstGeom prst="rect">
            <a:avLst/>
          </a:prstGeom>
        </p:spPr>
      </p:pic>
      <p:pic>
        <p:nvPicPr>
          <p:cNvPr id="6" name="Picture 5" descr="nau logo (1)"/>
          <p:cNvPicPr>
            <a:picLocks noChangeAspect="1"/>
          </p:cNvPicPr>
          <p:nvPr/>
        </p:nvPicPr>
        <p:blipFill>
          <a:blip r:embed="rId3"/>
          <a:srcRect t="31682" b="28527"/>
          <a:stretch>
            <a:fillRect/>
          </a:stretch>
        </p:blipFill>
        <p:spPr>
          <a:xfrm>
            <a:off x="2252980" y="394970"/>
            <a:ext cx="1433195" cy="524510"/>
          </a:xfrm>
          <a:prstGeom prst="rect">
            <a:avLst/>
          </a:prstGeom>
        </p:spPr>
      </p:pic>
      <p:pic>
        <p:nvPicPr>
          <p:cNvPr id="9" name="Picture 8" descr="innerwhispers-logo-removebg-previ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40" y="-148590"/>
            <a:ext cx="1610995" cy="1610995"/>
          </a:xfrm>
          <a:prstGeom prst="rect">
            <a:avLst/>
          </a:prstGeom>
        </p:spPr>
      </p:pic>
      <p:pic>
        <p:nvPicPr>
          <p:cNvPr id="11" name="Picture 10" descr="vaagdevi-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295" y="181610"/>
            <a:ext cx="8001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r>
              <a:t>PEER-CARE: Peer-led support for anxiety, depression &amp; digital addiction</a:t>
            </a:r>
          </a:p>
          <a:p>
            <a:r>
              <a:t>Trained students act as mental health ambassadors</a:t>
            </a:r>
          </a:p>
          <a:p>
            <a:r>
              <a:t>Peer circles, 1–1 mentoring &amp; digital detox challenges</a:t>
            </a:r>
          </a:p>
          <a:p>
            <a:r>
              <a:t>Professional supervision &amp; referral system</a:t>
            </a: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 &amp;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Detailed explanation of the proposed solution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How it addresses the problem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Innovation and uniqueness of the solution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r>
              <a:t>Mobile/Web platform for peer support</a:t>
            </a:r>
          </a:p>
          <a:p>
            <a:r>
              <a:t>Tech stack: Flutter/React, Firebase, Python</a:t>
            </a:r>
          </a:p>
          <a:p>
            <a:r>
              <a:t>Mood check-ins &amp; anonymous peer chat</a:t>
            </a:r>
          </a:p>
          <a:p>
            <a:r>
              <a:t>Gamified screen-time reduction challenges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Technologies to be used (e.g. programming languages, frameworks, hardware)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Methodology and process for implementation (Flow Charts/Images/ working prototype)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r>
              <a:t>Low-cost, uses existing student communities</a:t>
            </a:r>
          </a:p>
          <a:p>
            <a:r>
              <a:t>Simple peer training &amp; certification</a:t>
            </a:r>
          </a:p>
          <a:p>
            <a:r>
              <a:t>Risks: burnout, privacy issues</a:t>
            </a:r>
          </a:p>
          <a:p>
            <a:r>
              <a:t>Solutions: supervision, rotation &amp; data security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&amp;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and risks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r>
              <a:t>Early mental health support for youth</a:t>
            </a:r>
          </a:p>
          <a:p>
            <a:r>
              <a:t>Reduced anxiety, depression &amp; digital addiction</a:t>
            </a:r>
          </a:p>
          <a:p>
            <a:r>
              <a:t>Stronger peer connections</a:t>
            </a:r>
          </a:p>
          <a:p>
            <a:r>
              <a:t>Scalable &amp; sustainable model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Potential impact on the target audience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the solution (social, economic, environmental, etc.)</a:t>
            </a:r>
            <a:endParaRPr 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r>
              <a:t>WHO – Adolescent Mental Health</a:t>
            </a:r>
          </a:p>
          <a:p>
            <a:r>
              <a:t>UNICEF – Digital Wellbeing Reports</a:t>
            </a:r>
          </a:p>
          <a:p>
            <a:r>
              <a:t>Indian Journal of Psychiatry</a:t>
            </a:r>
          </a:p>
          <a:p>
            <a:r>
              <a:t>NIMHANS Youth Mental Health Studies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Note - You can delete this slide (Important Pointers) when you upload the details.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WPS Presentation</Application>
  <PresentationFormat>Widescreen</PresentationFormat>
  <Paragraphs>64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演示文稿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Gopi Kalyan</cp:lastModifiedBy>
  <cp:revision>149</cp:revision>
  <dcterms:created xsi:type="dcterms:W3CDTF">2013-12-12T18:46:00Z</dcterms:created>
  <dcterms:modified xsi:type="dcterms:W3CDTF">2026-01-19T17:32:38Z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B1ACF414027544C39DD51EF06668D1E6_13</vt:lpwstr>
  </property>
  <property fmtid="{D5CDD505-2E9C-101B-9397-08002B2CF9AE}" pid="3" name="KSOProductBuildVer">
    <vt:lpwstr>1033-12.2.0.23196</vt:lpwstr>
  </property>
</Properties>
</file>